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3"/>
  </p:handoutMasterIdLst>
  <p:sldIdLst>
    <p:sldId id="256" r:id="rId2"/>
  </p:sldIdLst>
  <p:sldSz cx="9144000" cy="6858000" type="screen4x3"/>
  <p:notesSz cx="6888163" cy="100203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5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901698" y="1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BC7B111B-79AD-4427-B13B-127718931253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85D3FF3E-FEDB-43B7-A82B-BF9F194E0F7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755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BBE-71A2-4CC5-AC16-643CE68B87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24E9-2B4D-4AC4-9BB7-FC78481F8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92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BBE-71A2-4CC5-AC16-643CE68B87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24E9-2B4D-4AC4-9BB7-FC78481F8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BBE-71A2-4CC5-AC16-643CE68B87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24E9-2B4D-4AC4-9BB7-FC78481F8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85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BBE-71A2-4CC5-AC16-643CE68B87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24E9-2B4D-4AC4-9BB7-FC78481F8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1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BBE-71A2-4CC5-AC16-643CE68B87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24E9-2B4D-4AC4-9BB7-FC78481F8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15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BBE-71A2-4CC5-AC16-643CE68B87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24E9-2B4D-4AC4-9BB7-FC78481F8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45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BBE-71A2-4CC5-AC16-643CE68B87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24E9-2B4D-4AC4-9BB7-FC78481F8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64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BBE-71A2-4CC5-AC16-643CE68B87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24E9-2B4D-4AC4-9BB7-FC78481F8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8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BBE-71A2-4CC5-AC16-643CE68B87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24E9-2B4D-4AC4-9BB7-FC78481F8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03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BBE-71A2-4CC5-AC16-643CE68B87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24E9-2B4D-4AC4-9BB7-FC78481F8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4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DBBE-71A2-4CC5-AC16-643CE68B87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024E9-2B4D-4AC4-9BB7-FC78481F8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71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8DBBE-71A2-4CC5-AC16-643CE68B8781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024E9-2B4D-4AC4-9BB7-FC78481F862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7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1064531" y="877762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MENÚ DEL DÍA</a:t>
            </a:r>
            <a:endParaRPr lang="en-US" i="1" dirty="0"/>
          </a:p>
        </p:txBody>
      </p:sp>
      <p:sp>
        <p:nvSpPr>
          <p:cNvPr id="9" name="CuadroTexto 8"/>
          <p:cNvSpPr txBox="1"/>
          <p:nvPr/>
        </p:nvSpPr>
        <p:spPr>
          <a:xfrm>
            <a:off x="-45" y="1139701"/>
            <a:ext cx="411371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 smtClean="0"/>
              <a:t>ENTRADA:  SOPA DE </a:t>
            </a:r>
            <a:r>
              <a:rPr lang="es-MX" dirty="0" smtClean="0"/>
              <a:t>AJIACO</a:t>
            </a:r>
            <a:endParaRPr lang="es-MX" sz="1050" dirty="0">
              <a:ea typeface="Calibri"/>
              <a:cs typeface="Calibri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-31787" y="1527344"/>
            <a:ext cx="140970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/>
              <a:t>MENÚ </a:t>
            </a:r>
            <a:r>
              <a:rPr lang="es-MX" sz="2000" b="1" dirty="0" smtClean="0"/>
              <a:t>1 </a:t>
            </a:r>
            <a:endParaRPr lang="en-US" sz="2000" b="1" dirty="0"/>
          </a:p>
        </p:txBody>
      </p:sp>
      <p:sp>
        <p:nvSpPr>
          <p:cNvPr id="11" name="CuadroTexto 10"/>
          <p:cNvSpPr txBox="1"/>
          <p:nvPr/>
        </p:nvSpPr>
        <p:spPr>
          <a:xfrm>
            <a:off x="-31787" y="3112120"/>
            <a:ext cx="140970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/>
              <a:t>MENÚ 2</a:t>
            </a:r>
            <a:endParaRPr lang="en-US" sz="2000" b="1" dirty="0"/>
          </a:p>
        </p:txBody>
      </p:sp>
      <p:sp>
        <p:nvSpPr>
          <p:cNvPr id="14" name="CuadroTexto 13"/>
          <p:cNvSpPr txBox="1"/>
          <p:nvPr/>
        </p:nvSpPr>
        <p:spPr>
          <a:xfrm>
            <a:off x="635298" y="6511136"/>
            <a:ext cx="33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GRACIAS POR PREFERIRNOS!!</a:t>
            </a:r>
            <a:endParaRPr lang="en-US" b="1" dirty="0"/>
          </a:p>
        </p:txBody>
      </p:sp>
      <p:sp>
        <p:nvSpPr>
          <p:cNvPr id="20" name="CuadroTexto 19"/>
          <p:cNvSpPr txBox="1"/>
          <p:nvPr/>
        </p:nvSpPr>
        <p:spPr>
          <a:xfrm>
            <a:off x="-31727" y="1760253"/>
            <a:ext cx="4508896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AJIACO SANTAFEREÑO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PIERNA PERNIL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ARROZ AL PIMENTÓN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TAJADA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⁠AGUACATE</a:t>
            </a:r>
            <a:endParaRPr lang="es-CO" dirty="0"/>
          </a:p>
        </p:txBody>
      </p:sp>
      <p:sp>
        <p:nvSpPr>
          <p:cNvPr id="25" name="CuadroTexto 24"/>
          <p:cNvSpPr txBox="1"/>
          <p:nvPr/>
        </p:nvSpPr>
        <p:spPr>
          <a:xfrm>
            <a:off x="536843" y="58503"/>
            <a:ext cx="2778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Edwardian Script ITC" panose="030303020407070D0804" pitchFamily="66" charset="0"/>
              </a:rPr>
              <a:t>Panadería</a:t>
            </a:r>
            <a:r>
              <a:rPr lang="es-MX" sz="28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32" name="CuadroTexto 31"/>
          <p:cNvSpPr txBox="1"/>
          <p:nvPr/>
        </p:nvSpPr>
        <p:spPr>
          <a:xfrm>
            <a:off x="60439" y="308704"/>
            <a:ext cx="4007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 smtClean="0">
                <a:latin typeface="Edwardian Script ITC" panose="030303020407070D0804" pitchFamily="66" charset="0"/>
              </a:rPr>
              <a:t>Vilanova</a:t>
            </a:r>
            <a:endParaRPr lang="es-MX" sz="4400" b="1" dirty="0">
              <a:latin typeface="Edwardian Script ITC" panose="030303020407070D0804" pitchFamily="66" charset="0"/>
            </a:endParaRPr>
          </a:p>
        </p:txBody>
      </p:sp>
      <p:sp>
        <p:nvSpPr>
          <p:cNvPr id="3" name="AutoShape 2" descr="Ya sabe como enviar dinero desde Daviplata a Nequi? | Alerta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data:image/jpeg;base64,/9j/4AAQSkZJRgABAQAAAQABAAD/2wCEAAkGBwgHBgkIBwgKCgkLDRYPDQwMDRsUFRAWIB0iIiAdHx8kKDQsJCYxJx8fLT0tMTU3Ojo6Iys/RD84QzQ5OjcBCgoKDQwNGg8PGjclHyU3Nzc3Nzc3Nzc3Nzc3Nzc3Nzc3Nzc3Nzc3Nzc3Nzc3Nzc3Nzc3Nzc3Nzc3Nzc3Nzc3N//AABEIAHUArAMBEQACEQEDEQH/xAAcAAEAAAcBAAAAAAAAAAAAAAAAAQIDBAUGBwj/xAA9EAABBAECAwYDBgQDCQAAAAABAAIDBAUREgYhMRMiQVFhcQcUMiNCcoGRoRVSscGz4fAIJDM0N0NTYnP/xAAbAQEAAgMBAQAAAAAAAAAAAAAAAQQCAwUGB//EADERAAIBAwIDBwIHAAMAAAAAAAABAgMEERIhMUFRBRMiYXGBobHhFDJCkcHR8AYzUv/aAAwDAQACEQMRAD8A19cc+qBCAhIQBAEICEhCAgCAIAgCAIAgCAIAhIQgIAgNix/BOfv1W2IqjY2P+kTP2OI89FujQm1nBy63bNnRnocsvy3NdWk6gQkIAgCAIAgCAIQEAQBAEAQBAEAQBAEBfYjEX8zZ7DHV3Sv+87oxn4neCzhTlP8AKV7m7o2sNVWWPq/Q6pwtwNRwzmWbelu6Pvub3WfhH9yr1OhGG74nje0O2at1mEPDD5fqzbtAt5xjzeuOfVAgCAIAgCAICeCGWxKIq8T5ZSNQyNpcdPPQIlkxnOFOOqbSXmVLdOzTLfm68sO76S9pAPsfFS4tcUYU61Or/wBcky315A8tCmGbCKgBAEAQBAEAQEWtLntY0FznEBrRzJPkAnEPZZfA3nhr4eWbmyfNudWgPMV2n7R3ufuj9/ZW6ds3vI85ff8AIIU8wt9315fc6bj8fVxtZtajBHDC3o1jdPz9T6q4oqKwjylatUrT11JZfmXSk1BAeblxz6oEAQBAEAJAGp5IC9bViqsbLkt4c4asqs5SO8i4/cb+58B4rPSlvIqOtKq3Gjw5vl7dX8eZTnvTyxGBpbBWJ/5eEbW/n4u93EqHNvYzp28Iy1veXV8ft7ElS1PT3CtJsa/62Easf+Jp5FQpNcDOrRhV/Os+fP2ZkquStXrNpli45omglbFAZi2He4aAaE7QACdPDUBbFNtspVLWlRhBwhway8ZlhPOer8/IxMjHxyOjlY5kjTo5jxoWnyIK1tYZ0IyjKOqLyiVQSEAQBAEBmuHuGMln361IxHXB71iUEMHt/MfZbadKU3sc+97SoWa8bzLouP2OrcNcJY7AND4YzNaI0dYl5u9h5D2V6nRjDgeNvu1K948S2j0X+3NhW05wQBAEB5uXHPqhPCIzMwTPcyIuG9zW7i0eYHipSy9zGbkotxWWZqTFYl100BevVLgeGAXIGFhcegJY7u66jnzW3RDOnOGc2N3dd332iMo8fC3nHutyjUwoYbUuZndSq1Jewkcxm975f5GDx5cyfJQqaWXN4SNlW+bUY2y1yksrkkur+nqVL3D76tS3PHYE/YdnIxzG92au/kJB7HQEeCOnhN9PoY0e0VUqQg44zlPykuX7cOpLw7jTbc606UwtisQQxu2B26SR4Gmh5chq78gopxzuTf3Ghd2lnKbfLZLPy9imcPcsWJzE9j2/NvrCWedrTLI0jl3jqXEEJ3Tb9zJXtKnCKaa8KeEm0k+foiSTF6V6BD2RSzslMosStja0skLNAT+XJRo2RlG7WqplZS04ws8Y5Iy4SzBRkszyQxvjs/LuhdI0O101111/0OfRS6eI5YjfU51VCKbTWc4f+++xJ/BrW5o3VjG+N0gmE7TGWtIDu8OXLXp6qND5k/jaeG8PKaWMPOXw2IZGRphrROsR2LEQc18jNSAzlsbuI7xHe5+AIHgknss8SbeLUpSUXGLxhPrzeOWdvllgsC0EAQkrU6lm9ZZXpwPmmf0Ywan/AC91MYuTwjVVrU6MHOo8I6Rwz8OYYtljPETSdRWYe438R+9/RXadslvI8rf9vznmFtsuvP7G/wAUMcMbY4mNYxo0a1o0AHoFa2R5ttyeW8sqIQEAQBAEB5uXHPqhAjUFAbDYy+HmyTso7HXZbbnNk7KWdgg3gDTkG7iOXTVbtcNWprf4OTCzu40VQVRKPDKTzj3eCzzealyzKrHNLBE1zn8/rmedXv8A6AeQWM6jlgs2dlG2cnnOdl5RXBf2VqGfdUoVqzq7ZTBJIO8e6+CQd+IjyJ5jyUxq4il/sGqv2eqtWVRPGUvVSXB/wQmzEHzWNZj6j4KFKw2dkDpNz5H7gSXO8Ty0HkPdNaylFbIRsp93UlVknOSazySxthfLK771KKCQXIHyWY8vPYEEcoaW8maB3I6t1BHLn3Vk5LG/HOTVG3qyku7eIunFZa9eHngps4hLh9vC8SGOVpmgk2SNdJL2hLSQdvUj2WKqGb7O38L2ytmsraOnfhnqhPn47M80s9LfuuR22MMmrdWtDXNdy7wIH6+aOom8tc8/Ap9nzpxUYz/S4vbq85W5LdzvzEtRwimkZAZdzbE28ysk03NOgAA01A8uSSqZwTS7P0RmspN4xhYw48Hz9/cxl6Bta0+Fj+0jADo3/wAzXAOaf0IWuUdLwXqFTvIKTWHz9U8P6FBQbQeXVCDbuGeA7+X2z3t1OmeYJH2jx6A9Pc/orFO3ct2cS/7bo2+YU/FL4Oo4XCY/CwGHH12xA/U7q5/ufFXYQjBYR5C5vK11LVVln6GSWZWCAIAgCAIAgPNy459UCAIAgCAAkEEHQjofJA9zI2Yo8jK+1XmgjllO6WvNIIyHnrtJ5EE8+uvhp4rNrU8opU5yt4qnNNpcGlnbzxw/bBSGLuOdtYyF8n/jZaic79A7VNDNn4yjxbePR/0Rdib0f/HhZDr07eeOPX23OGqaJEK8ov8AK8+ib+iDceI3a3rMEEY+rZMyWT8mtJ5++gTTjiw7nVtSi2/Rpfu0Ubs4s2nzBgjadGsjB12NaA1o19gFEnl5NtGn3cFFvP8ALby/llzhcLfzdnsMfCXkfXIeTGe5Uwpym8I03d7RtI6qr9ubOqcL8DY/D7Z7IFu6OfaOHdYf/Uf3KvU6EYbvdnjr7tqvdZhDwx6f2bYAt5xyKAIAgCAIAgCAIDzcuOfVAgCAIAgCAICBaCNCAgywGtb9LQPYIMsixpc4MY0uc46Na0aknyARbkNpLLN84Z+Hdi3tsZwurw9RXae+73P3f6q3Ttm95Hm7/t+EPBbbvry9up0ujQrY+uyvSgjhib0awaK5GKjsjylWrUrTc6jyy6UmsIAgCAIAgCAIAgCA83Ljn1QIAgCAIAgCAIDM8O8M5HiCT/dI9lcHR9iTkwe3mfQLbTpSnwOfe9pULNeN5fRcfsdX4a4SxuBaHxR9ta071iUDd+XkFep0ow4HjL7tSvePxbR6L/bmwAALac4igCAIAgCAIAgCAIAgCA83Ljn1QIAgCAIAgKlavNbsMr1YnzTP+lkbdSVKTbwjCpUhSi5zeEdG4Y+HLBts59we7qKjD3R+I+PsOXurlO25zPK3/wDyByzTttl15+x0OGGOGNscTGsY0aNa0aABW1seZbcnl8SohBbX71bH1JbV2eOCCIFz5JHBoAUpNvCG5ztnxnwL8lHWEEza5ftfZedGgeYGn9dPzW+VvJcNzba01Wpt1HolyT3z6tcDo9WzDbhZNWlZLC9ocySNwc1wPQgrQ1g0pp8ALMJsvrtljMzGh7ow4bg06gEjyOh/RQSPm6/zXynbR/MhnaGHeN+3XTdp101QGNscU8P1bbqlnOYyGyx210MltjXtd5EE66qdMuOAZSaaOCJ0sz2xxsGrnvcAAPUlQC1xmXxuWY5+LyFS41h0ca07ZA0+u0lS01xBX+br/NGp28XzIZ2hh3jfs103beumvLVQBDbrzyzRQTxSSQODZmMeCY3EagOHgdCDzQClcrX60dmlPFYryDVksTw5rh05EcigK6A83Ljn1QIAgCAE6dUBs/DPBWSzZbNKDUpH/uvHef8Ahb/c/ut9OhKe/BHGv+2aNr4Y+KXTkvU6pg+H8fg4OzoVw1x+uV3N7/cq9CnGHA8fd3te7lqqy9uSMssyoEAQHIvj7Wv2KFN1bf8AKwbnzNHR+p/tp+/orlrFby5mr8f3NVW0lhT5+f8A5OFc/VXS6d0/2fpcg/HX2SNc6g14EbyeTXDq0fr+3qqN090jU7WlCLrJ4lJ8PJc/48zK5/H5Kx8Sbd3B2OzyNHEwSRxOOkdlpkk3RP8AQ6DQ+B0K1Jru8MwLzhnOVc/xzJarB8cjMSI7FeQaSQSCU7mOHmP36rFxagDGYqLIycR8TGlw3jMnF/FjusWp2sew9mzkAWHUePUdVlJrStwZ/iuCHKcWYDDZJokxssc9h8D/AKJ5WbdjXDxADnO0Pl6LCO0W0DGcRPwlLN4y3gPl6+YrZWCjYhgj7N0scn1Me0Abht74PMDbqFlHU4vPAGZYQPidLr44Vunr9sVj+gEOD+fEvGB8P4jH/gRqJPZAp/CL/pzhP/k7/Ecpq/nYRuCwB5uXHPqgQBAX2IxF/M2Owxtd0rh9TujWfiPgs4QlP8pWubujax1VXj6v2On8McAUMYWWMgRctjmNw+zYfQeJ9T+yu07eMd3uzyF/25WuMwpeGPy/U3MNA6KwcMigCAIAgKViCKxC+KeNskbxo5jxqCPUKU2nlGM4RmsSWUcW4h+DUk2eJwrxBQkdvO93KMeLB46+XUeytU7nG0i7VlS/C66TxUX6XwfnnkdX4Ww8WBwdXGwMaxsLNCG9C48yfXn4rRVmpzbRzreNSNNKq8y5+pWjw9ePPT5kPl+ZnrMrOYSNga1znAgaa66uPisNW2DcSQ4GhBn585DEY7tiAQzObyEgBBBI8xppr5ewU6np0gxL+CWfxO5eqZ/OUzcn7eWGtPG2Mv0A6FhPQDxU69sYBl87gqOeqNr32yfZvEkMsTyySF46OY4cwVjF6XlAwlXgClBmKuZky2XtZKs4bLNmZj3FnPWMjZptOp6AO9Qs+8eMY2Bk8/w1VzU1ey6zcpXa4LYrdKXs5GtOmreYIIOg5EFYxlp2Bc4HB0sDSdVoiQ75HSyyzPL5JpD1e9x6k6D9FEpOTywOHMLW4ewlXE0pJpK9Zpax0xBeQSTz0AHj5JJ6nkGSUA83Ljn1QmYx0j2sja573HRrWjUn2ClLPAhyUVl7I3zhn4dT2g2xnXGCLqKzDo934j9326q1Tts7yPNX/b8YeC23fXl7HSqNKtQrtr04WQxN6NYNFcSSWEeVq1Z1Za6jyy5UmsIAgCAIAgCAIAgCAIAgCAIAgCAIAgOE8O8LZLPyA1o+zrfesPHdHt5n2XMp0ZTPod92nb2axJ5l05/Y6vw5wpjcCwOgj7WyRo6xINXH28h7K9TpRhwPG3vade8eJPEei4Ge0W05xFAEAQBAEAQBAEAQBAEAQBAEAQBAEAQBASRRsiYGRta1jRoGtGgCEttvLJ0ICAIAgCAIAgCAIAgCAIAgCAIAgCAIAgCAID/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CuadroTexto 37"/>
          <p:cNvSpPr txBox="1"/>
          <p:nvPr/>
        </p:nvSpPr>
        <p:spPr>
          <a:xfrm>
            <a:off x="-12214" y="3490733"/>
            <a:ext cx="4005344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ea typeface="Calibri"/>
                <a:cs typeface="Calibri"/>
              </a:rPr>
              <a:t>COSTILLAS DE CERDO AL HORNO EN SALSA TERIYAKI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ea typeface="Calibri"/>
                <a:cs typeface="Calibri"/>
              </a:rPr>
              <a:t>⁠ARROZ AL PIMENTÓN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ea typeface="Calibri"/>
                <a:cs typeface="Calibri"/>
              </a:rPr>
              <a:t>⁠TAJADAS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>
                <a:ea typeface="Calibri"/>
                <a:cs typeface="Calibri"/>
              </a:rPr>
              <a:t>⁠ENSALADA MIXTA </a:t>
            </a:r>
            <a:endParaRPr lang="es-ES" dirty="0">
              <a:ea typeface="Calibri"/>
              <a:cs typeface="Calibri"/>
            </a:endParaRPr>
          </a:p>
        </p:txBody>
      </p:sp>
      <p:sp>
        <p:nvSpPr>
          <p:cNvPr id="44" name="CuadroTexto 43"/>
          <p:cNvSpPr txBox="1"/>
          <p:nvPr/>
        </p:nvSpPr>
        <p:spPr>
          <a:xfrm>
            <a:off x="5362395" y="6534416"/>
            <a:ext cx="33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GRACIAS POR PREFERIRNOS!!</a:t>
            </a:r>
            <a:endParaRPr lang="en-US" b="1" dirty="0"/>
          </a:p>
        </p:txBody>
      </p:sp>
      <p:sp>
        <p:nvSpPr>
          <p:cNvPr id="49" name="CuadroTexto 48"/>
          <p:cNvSpPr txBox="1"/>
          <p:nvPr/>
        </p:nvSpPr>
        <p:spPr>
          <a:xfrm>
            <a:off x="5117796" y="53443"/>
            <a:ext cx="2778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Edwardian Script ITC" panose="030303020407070D0804" pitchFamily="66" charset="0"/>
              </a:rPr>
              <a:t>Panadería</a:t>
            </a:r>
            <a:r>
              <a:rPr lang="es-MX" sz="28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68" name="CuadroTexto 67"/>
          <p:cNvSpPr txBox="1"/>
          <p:nvPr/>
        </p:nvSpPr>
        <p:spPr>
          <a:xfrm>
            <a:off x="4845383" y="348116"/>
            <a:ext cx="3396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>
                <a:latin typeface="Edwardian Script ITC" panose="030303020407070D0804" pitchFamily="66" charset="0"/>
              </a:rPr>
              <a:t>Vilanova</a:t>
            </a:r>
            <a:endParaRPr lang="es-MX" sz="4400" b="1" dirty="0">
              <a:latin typeface="Edwardian Script ITC" panose="030303020407070D0804" pitchFamily="66" charset="0"/>
            </a:endParaRPr>
          </a:p>
        </p:txBody>
      </p:sp>
      <p:sp>
        <p:nvSpPr>
          <p:cNvPr id="70" name="AutoShape 4" descr="data:image/jpeg;base64,/9j/4AAQSkZJRgABAQAAAQABAAD/2wCEAAkGBwgHBgkIBwgKCgkLDRYPDQwMDRsUFRAWIB0iIiAdHx8kKDQsJCYxJx8fLT0tMTU3Ojo6Iys/RD84QzQ5OjcBCgoKDQwNGg8PGjclHyU3Nzc3Nzc3Nzc3Nzc3Nzc3Nzc3Nzc3Nzc3Nzc3Nzc3Nzc3Nzc3Nzc3Nzc3Nzc3Nzc3N//AABEIAHUArAMBEQACEQEDEQH/xAAcAAEAAAcBAAAAAAAAAAAAAAAAAQIDBAUGBwj/xAA9EAABBAECAwYDBgQDCQAAAAABAAIDBAUREgYhMRMiQVFhcQcUMiNCcoGRoRVSscGz4fAIJDM0N0NTYnP/xAAbAQEAAgMBAQAAAAAAAAAAAAAAAQQCAwUGB//EADERAAIBAwIDBwIHAAMAAAAAAAABAgMEERIhMUFRBRMiYXGBobHhFDJCkcHR8AYzUv/aAAwDAQACEQMRAD8A19cc+qBCAhIQBAEICEhCAgCAIAgCAIAgCAIAhIQgIAgNix/BOfv1W2IqjY2P+kTP2OI89FujQm1nBy63bNnRnocsvy3NdWk6gQkIAgCAIAgCAIQEAQBAEAQBAEAQBAEBfYjEX8zZ7DHV3Sv+87oxn4neCzhTlP8AKV7m7o2sNVWWPq/Q6pwtwNRwzmWbelu6Pvub3WfhH9yr1OhGG74nje0O2at1mEPDD5fqzbtAt5xjzeuOfVAgCAIAgCAICeCGWxKIq8T5ZSNQyNpcdPPQIlkxnOFOOqbSXmVLdOzTLfm68sO76S9pAPsfFS4tcUYU61Or/wBcky315A8tCmGbCKgBAEAQBAEAQEWtLntY0FznEBrRzJPkAnEPZZfA3nhr4eWbmyfNudWgPMV2n7R3ufuj9/ZW6ds3vI85ff8AIIU8wt9315fc6bj8fVxtZtajBHDC3o1jdPz9T6q4oqKwjylatUrT11JZfmXSk1BAeblxz6oEAQBAEAJAGp5IC9bViqsbLkt4c4asqs5SO8i4/cb+58B4rPSlvIqOtKq3Gjw5vl7dX8eZTnvTyxGBpbBWJ/5eEbW/n4u93EqHNvYzp28Iy1veXV8ft7ElS1PT3CtJsa/62Easf+Jp5FQpNcDOrRhV/Os+fP2ZkquStXrNpli45omglbFAZi2He4aAaE7QACdPDUBbFNtspVLWlRhBwhway8ZlhPOer8/IxMjHxyOjlY5kjTo5jxoWnyIK1tYZ0IyjKOqLyiVQSEAQBAEBmuHuGMln361IxHXB71iUEMHt/MfZbadKU3sc+97SoWa8bzLouP2OrcNcJY7AND4YzNaI0dYl5u9h5D2V6nRjDgeNvu1K948S2j0X+3NhW05wQBAEB5uXHPqhPCIzMwTPcyIuG9zW7i0eYHipSy9zGbkotxWWZqTFYl100BevVLgeGAXIGFhcegJY7u66jnzW3RDOnOGc2N3dd332iMo8fC3nHutyjUwoYbUuZndSq1Jewkcxm975f5GDx5cyfJQqaWXN4SNlW+bUY2y1yksrkkur+nqVL3D76tS3PHYE/YdnIxzG92au/kJB7HQEeCOnhN9PoY0e0VUqQg44zlPykuX7cOpLw7jTbc606UwtisQQxu2B26SR4Gmh5chq78gopxzuTf3Ghd2lnKbfLZLPy9imcPcsWJzE9j2/NvrCWedrTLI0jl3jqXEEJ3Tb9zJXtKnCKaa8KeEm0k+foiSTF6V6BD2RSzslMosStja0skLNAT+XJRo2RlG7WqplZS04ws8Y5Iy4SzBRkszyQxvjs/LuhdI0O101111/0OfRS6eI5YjfU51VCKbTWc4f+++xJ/BrW5o3VjG+N0gmE7TGWtIDu8OXLXp6qND5k/jaeG8PKaWMPOXw2IZGRphrROsR2LEQc18jNSAzlsbuI7xHe5+AIHgknss8SbeLUpSUXGLxhPrzeOWdvllgsC0EAQkrU6lm9ZZXpwPmmf0Ywan/AC91MYuTwjVVrU6MHOo8I6Rwz8OYYtljPETSdRWYe438R+9/RXadslvI8rf9vznmFtsuvP7G/wAUMcMbY4mNYxo0a1o0AHoFa2R5ttyeW8sqIQEAQBAEB5uXHPqhAjUFAbDYy+HmyTso7HXZbbnNk7KWdgg3gDTkG7iOXTVbtcNWprf4OTCzu40VQVRKPDKTzj3eCzzealyzKrHNLBE1zn8/rmedXv8A6AeQWM6jlgs2dlG2cnnOdl5RXBf2VqGfdUoVqzq7ZTBJIO8e6+CQd+IjyJ5jyUxq4il/sGqv2eqtWVRPGUvVSXB/wQmzEHzWNZj6j4KFKw2dkDpNz5H7gSXO8Ty0HkPdNaylFbIRsp93UlVknOSazySxthfLK771KKCQXIHyWY8vPYEEcoaW8maB3I6t1BHLn3Vk5LG/HOTVG3qyku7eIunFZa9eHngps4hLh9vC8SGOVpmgk2SNdJL2hLSQdvUj2WKqGb7O38L2ytmsraOnfhnqhPn47M80s9LfuuR22MMmrdWtDXNdy7wIH6+aOom8tc8/Ap9nzpxUYz/S4vbq85W5LdzvzEtRwimkZAZdzbE28ysk03NOgAA01A8uSSqZwTS7P0RmspN4xhYw48Hz9/cxl6Bta0+Fj+0jADo3/wAzXAOaf0IWuUdLwXqFTvIKTWHz9U8P6FBQbQeXVCDbuGeA7+X2z3t1OmeYJH2jx6A9Pc/orFO3ct2cS/7bo2+YU/FL4Oo4XCY/CwGHH12xA/U7q5/ufFXYQjBYR5C5vK11LVVln6GSWZWCAIAgCAIAgPNy459UCAIAgCAAkEEHQjofJA9zI2Yo8jK+1XmgjllO6WvNIIyHnrtJ5EE8+uvhp4rNrU8opU5yt4qnNNpcGlnbzxw/bBSGLuOdtYyF8n/jZaic79A7VNDNn4yjxbePR/0Rdib0f/HhZDr07eeOPX23OGqaJEK8ov8AK8+ib+iDceI3a3rMEEY+rZMyWT8mtJ5++gTTjiw7nVtSi2/Rpfu0Ubs4s2nzBgjadGsjB12NaA1o19gFEnl5NtGn3cFFvP8ALby/llzhcLfzdnsMfCXkfXIeTGe5Uwpym8I03d7RtI6qr9ubOqcL8DY/D7Z7IFu6OfaOHdYf/Uf3KvU6EYbvdnjr7tqvdZhDwx6f2bYAt5xyKAIAgCAIAgCAIDzcuOfVAgCAIAgCAICBaCNCAgywGtb9LQPYIMsixpc4MY0uc46Na0aknyARbkNpLLN84Z+Hdi3tsZwurw9RXae+73P3f6q3Ttm95Hm7/t+EPBbbvry9up0ujQrY+uyvSgjhib0awaK5GKjsjylWrUrTc6jyy6UmsIAgCAIAgCAIAgCA83Ljn1QIAgCAIAgCAIDM8O8M5HiCT/dI9lcHR9iTkwe3mfQLbTpSnwOfe9pULNeN5fRcfsdX4a4SxuBaHxR9ta071iUDd+XkFep0ow4HjL7tSvePxbR6L/bmwAALac4igCAIAgCAIAgCAIAgCA83Ljn1QIAgCAIAgKlavNbsMr1YnzTP+lkbdSVKTbwjCpUhSi5zeEdG4Y+HLBts59we7qKjD3R+I+PsOXurlO25zPK3/wDyByzTttl15+x0OGGOGNscTGsY0aNa0aABW1seZbcnl8SohBbX71bH1JbV2eOCCIFz5JHBoAUpNvCG5ztnxnwL8lHWEEza5ftfZedGgeYGn9dPzW+VvJcNzba01Wpt1HolyT3z6tcDo9WzDbhZNWlZLC9ocySNwc1wPQgrQ1g0pp8ALMJsvrtljMzGh7ow4bg06gEjyOh/RQSPm6/zXynbR/MhnaGHeN+3XTdp101QGNscU8P1bbqlnOYyGyx210MltjXtd5EE66qdMuOAZSaaOCJ0sz2xxsGrnvcAAPUlQC1xmXxuWY5+LyFS41h0ca07ZA0+u0lS01xBX+br/NGp28XzIZ2hh3jfs103beumvLVQBDbrzyzRQTxSSQODZmMeCY3EagOHgdCDzQClcrX60dmlPFYryDVksTw5rh05EcigK6A83Ljn1QIAgCAE6dUBs/DPBWSzZbNKDUpH/uvHef8Ahb/c/ut9OhKe/BHGv+2aNr4Y+KXTkvU6pg+H8fg4OzoVw1x+uV3N7/cq9CnGHA8fd3te7lqqy9uSMssyoEAQHIvj7Wv2KFN1bf8AKwbnzNHR+p/tp+/orlrFby5mr8f3NVW0lhT5+f8A5OFc/VXS6d0/2fpcg/HX2SNc6g14EbyeTXDq0fr+3qqN090jU7WlCLrJ4lJ8PJc/48zK5/H5Kx8Sbd3B2OzyNHEwSRxOOkdlpkk3RP8AQ6DQ+B0K1Jru8MwLzhnOVc/xzJarB8cjMSI7FeQaSQSCU7mOHmP36rFxagDGYqLIycR8TGlw3jMnF/FjusWp2sew9mzkAWHUePUdVlJrStwZ/iuCHKcWYDDZJokxssc9h8D/AKJ5WbdjXDxADnO0Pl6LCO0W0DGcRPwlLN4y3gPl6+YrZWCjYhgj7N0scn1Me0Abht74PMDbqFlHU4vPAGZYQPidLr44Vunr9sVj+gEOD+fEvGB8P4jH/gRqJPZAp/CL/pzhP/k7/Ecpq/nYRuCwB5uXHPqgQBAX2IxF/M2Owxtd0rh9TujWfiPgs4QlP8pWubujax1VXj6v2On8McAUMYWWMgRctjmNw+zYfQeJ9T+yu07eMd3uzyF/25WuMwpeGPy/U3MNA6KwcMigCAIAgKViCKxC+KeNskbxo5jxqCPUKU2nlGM4RmsSWUcW4h+DUk2eJwrxBQkdvO93KMeLB46+XUeytU7nG0i7VlS/C66TxUX6XwfnnkdX4Ww8WBwdXGwMaxsLNCG9C48yfXn4rRVmpzbRzreNSNNKq8y5+pWjw9ePPT5kPl+ZnrMrOYSNga1znAgaa66uPisNW2DcSQ4GhBn585DEY7tiAQzObyEgBBBI8xppr5ewU6np0gxL+CWfxO5eqZ/OUzcn7eWGtPG2Mv0A6FhPQDxU69sYBl87gqOeqNr32yfZvEkMsTyySF46OY4cwVjF6XlAwlXgClBmKuZky2XtZKs4bLNmZj3FnPWMjZptOp6AO9Qs+8eMY2Bk8/w1VzU1ey6zcpXa4LYrdKXs5GtOmreYIIOg5EFYxlp2Bc4HB0sDSdVoiQ75HSyyzPL5JpD1e9x6k6D9FEpOTywOHMLW4ewlXE0pJpK9Zpax0xBeQSTz0AHj5JJ6nkGSUA83Ljn1QmYx0j2sja573HRrWjUn2ClLPAhyUVl7I3zhn4dT2g2xnXGCLqKzDo934j9326q1Tts7yPNX/b8YeC23fXl7HSqNKtQrtr04WQxN6NYNFcSSWEeVq1Z1Za6jyy5UmsIAgCAIAgCAIAgCAIAgCAIAgCAIAgOE8O8LZLPyA1o+zrfesPHdHt5n2XMp0ZTPod92nb2axJ5l05/Y6vw5wpjcCwOgj7WyRo6xINXH28h7K9TpRhwPG3vade8eJPEei4Ge0W05xFAEAQBAEAQBAEAQBAEAQBAEAQBAEAQBASRRsiYGRta1jRoGtGgCEttvLJ0ICAIAgCAIAgCAIAgCAIAgCAIAgCAIAgCAID//2Q=="/>
          <p:cNvSpPr>
            <a:spLocks noChangeAspect="1" noChangeArrowheads="1"/>
          </p:cNvSpPr>
          <p:nvPr/>
        </p:nvSpPr>
        <p:spPr bwMode="auto">
          <a:xfrm>
            <a:off x="4656407" y="1587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CuadroTexto 55"/>
          <p:cNvSpPr txBox="1"/>
          <p:nvPr/>
        </p:nvSpPr>
        <p:spPr>
          <a:xfrm>
            <a:off x="5722252" y="901290"/>
            <a:ext cx="223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MENÚ DEL DÍA</a:t>
            </a:r>
            <a:endParaRPr lang="en-US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DD3CC18-1B5C-E902-6EAC-55B217B87728}"/>
              </a:ext>
            </a:extLst>
          </p:cNvPr>
          <p:cNvSpPr txBox="1"/>
          <p:nvPr/>
        </p:nvSpPr>
        <p:spPr>
          <a:xfrm>
            <a:off x="155574" y="5718333"/>
            <a:ext cx="1855970" cy="738664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Dot"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1400" dirty="0" smtClean="0"/>
              <a:t>Bebida:  </a:t>
            </a:r>
          </a:p>
          <a:p>
            <a:r>
              <a:rPr lang="es-MX" sz="1400" dirty="0" smtClean="0"/>
              <a:t>JUGO DE</a:t>
            </a:r>
          </a:p>
          <a:p>
            <a:r>
              <a:rPr lang="es-MX" sz="1400" dirty="0" smtClean="0"/>
              <a:t>LULO</a:t>
            </a:r>
            <a:endParaRPr lang="es-MX" sz="1400" dirty="0" smtClean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2ECCC50-36A3-5A25-2F0B-4D9DE3E86B32}"/>
              </a:ext>
            </a:extLst>
          </p:cNvPr>
          <p:cNvSpPr txBox="1"/>
          <p:nvPr/>
        </p:nvSpPr>
        <p:spPr>
          <a:xfrm>
            <a:off x="4934437" y="1123633"/>
            <a:ext cx="418279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dirty="0" smtClean="0"/>
              <a:t>ENTRADA</a:t>
            </a:r>
            <a:r>
              <a:rPr lang="es-MX" dirty="0"/>
              <a:t>: </a:t>
            </a:r>
            <a:r>
              <a:rPr lang="es-MX" dirty="0" smtClean="0"/>
              <a:t>SOPA DE </a:t>
            </a:r>
            <a:r>
              <a:rPr lang="es-MX" dirty="0" smtClean="0"/>
              <a:t>AJIACO</a:t>
            </a:r>
            <a:endParaRPr lang="es-MX" sz="1050" dirty="0">
              <a:ea typeface="Calibri"/>
              <a:cs typeface="Calibri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825B18D-2F12-6ABB-C49C-94468BA6FB8D}"/>
              </a:ext>
            </a:extLst>
          </p:cNvPr>
          <p:cNvSpPr txBox="1"/>
          <p:nvPr/>
        </p:nvSpPr>
        <p:spPr>
          <a:xfrm>
            <a:off x="4961207" y="1509033"/>
            <a:ext cx="140970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/>
              <a:t>MENÚ 1</a:t>
            </a:r>
            <a:endParaRPr lang="en-US" sz="2000" b="1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D8DC7FB-1C21-6368-3E7A-328C6588DF8A}"/>
              </a:ext>
            </a:extLst>
          </p:cNvPr>
          <p:cNvSpPr txBox="1"/>
          <p:nvPr/>
        </p:nvSpPr>
        <p:spPr>
          <a:xfrm>
            <a:off x="5005590" y="1731126"/>
            <a:ext cx="4111640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AJIACO SANTAFEREÑO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PIERNA PERNIL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ARROZ AL PIMENTÓN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TAJADA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⁠AGUACATE</a:t>
            </a:r>
            <a:endParaRPr lang="es-CO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E4AF3A9-56B8-CBA7-5EB6-475967C945D8}"/>
              </a:ext>
            </a:extLst>
          </p:cNvPr>
          <p:cNvSpPr txBox="1"/>
          <p:nvPr/>
        </p:nvSpPr>
        <p:spPr>
          <a:xfrm>
            <a:off x="4961207" y="3086457"/>
            <a:ext cx="140970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000" b="1" dirty="0"/>
              <a:t>MENÚ 2</a:t>
            </a:r>
            <a:endParaRPr lang="en-US" sz="2000" b="1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3708550-AB87-7840-6853-4582EF385F12}"/>
              </a:ext>
            </a:extLst>
          </p:cNvPr>
          <p:cNvSpPr txBox="1"/>
          <p:nvPr/>
        </p:nvSpPr>
        <p:spPr>
          <a:xfrm>
            <a:off x="4981553" y="3487644"/>
            <a:ext cx="4135677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ea typeface="Calibri"/>
                <a:cs typeface="Calibri"/>
              </a:rPr>
              <a:t>COSTILLAS DE CERDO AL HORNO EN SALSA TERIYAKI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ea typeface="Calibri"/>
                <a:cs typeface="Calibri"/>
              </a:rPr>
              <a:t>⁠ARROZ AL PIMENTÓN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ea typeface="Calibri"/>
                <a:cs typeface="Calibri"/>
              </a:rPr>
              <a:t>⁠TAJADAS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ea typeface="Calibri"/>
                <a:cs typeface="Calibri"/>
              </a:rPr>
              <a:t>⁠ENSALADA MIXTA </a:t>
            </a:r>
            <a:endParaRPr lang="es-ES" dirty="0">
              <a:ea typeface="Calibri"/>
              <a:cs typeface="Calibri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460BD1A-F654-F2D5-D0FA-2BFBC0DEAB72}"/>
              </a:ext>
            </a:extLst>
          </p:cNvPr>
          <p:cNvSpPr txBox="1"/>
          <p:nvPr/>
        </p:nvSpPr>
        <p:spPr>
          <a:xfrm>
            <a:off x="5174260" y="5733723"/>
            <a:ext cx="1813136" cy="738664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Dot"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1400" dirty="0" smtClean="0"/>
              <a:t>Bebida: </a:t>
            </a:r>
          </a:p>
          <a:p>
            <a:r>
              <a:rPr lang="es-MX" sz="1400" dirty="0"/>
              <a:t>JUGO </a:t>
            </a:r>
            <a:r>
              <a:rPr lang="es-MX" sz="1400" dirty="0" smtClean="0"/>
              <a:t>DE</a:t>
            </a:r>
          </a:p>
          <a:p>
            <a:r>
              <a:rPr lang="es-MX" sz="1400" dirty="0" smtClean="0"/>
              <a:t>LULO</a:t>
            </a:r>
            <a:endParaRPr lang="es-MX" sz="1400" dirty="0"/>
          </a:p>
        </p:txBody>
      </p:sp>
      <p:pic>
        <p:nvPicPr>
          <p:cNvPr id="1026" name="Picture 2" descr="Comida Caliente De La Sopa De Los Tacos En Blanco Y Negro Ilustración del  Vector - Ilustración de cocina, carne: 14515884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4110" y="1093886"/>
            <a:ext cx="386117" cy="386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32580F22-456E-7B99-DDD6-2E99513B416D}"/>
              </a:ext>
            </a:extLst>
          </p:cNvPr>
          <p:cNvSpPr txBox="1"/>
          <p:nvPr/>
        </p:nvSpPr>
        <p:spPr>
          <a:xfrm>
            <a:off x="2197879" y="5928015"/>
            <a:ext cx="977523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Dot"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b="1" dirty="0" smtClean="0">
                <a:ea typeface="Calibri"/>
                <a:cs typeface="Calibri"/>
              </a:rPr>
              <a:t>$20.000 </a:t>
            </a:r>
            <a:endParaRPr lang="es-MX" b="1" dirty="0"/>
          </a:p>
        </p:txBody>
      </p:sp>
      <p:pic>
        <p:nvPicPr>
          <p:cNvPr id="1030" name="Picture 6" descr="Ilustración jugo blanco y negro | Vector Premiu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017" y="5978338"/>
            <a:ext cx="438269" cy="438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Comida Caliente De La Sopa De Los Tacos En Blanco Y Negro Ilustración del  Vector - Ilustración de cocina, carne: 14515884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885" y="1005259"/>
            <a:ext cx="505460" cy="505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CuadroTexto 42">
            <a:extLst>
              <a:ext uri="{FF2B5EF4-FFF2-40B4-BE49-F238E27FC236}">
                <a16:creationId xmlns:a16="http://schemas.microsoft.com/office/drawing/2014/main" id="{32580F22-456E-7B99-DDD6-2E99513B416D}"/>
              </a:ext>
            </a:extLst>
          </p:cNvPr>
          <p:cNvSpPr txBox="1"/>
          <p:nvPr/>
        </p:nvSpPr>
        <p:spPr>
          <a:xfrm>
            <a:off x="7215989" y="5984678"/>
            <a:ext cx="1025835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  <a:prstDash val="dashDot"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b="1" dirty="0" smtClean="0">
                <a:ea typeface="Calibri"/>
                <a:cs typeface="Calibri"/>
              </a:rPr>
              <a:t>$20.000 </a:t>
            </a:r>
            <a:endParaRPr lang="es-MX" b="1" dirty="0"/>
          </a:p>
        </p:txBody>
      </p:sp>
      <p:pic>
        <p:nvPicPr>
          <p:cNvPr id="46" name="Picture 6" descr="Ilustración jugo blanco y negro | Vector Premiu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311" y="5953182"/>
            <a:ext cx="503907" cy="503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70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223301</TotalTime>
  <Words>104</Words>
  <Application>Microsoft Office PowerPoint</Application>
  <PresentationFormat>Presentación en pantalla (4:3)</PresentationFormat>
  <Paragraphs>40</Paragraphs>
  <Slides>1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Edwardian Script ITC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</dc:creator>
  <cp:lastModifiedBy>Camilo Jimenez</cp:lastModifiedBy>
  <cp:revision>195</cp:revision>
  <cp:lastPrinted>2026-09-06T15:31:03Z</cp:lastPrinted>
  <dcterms:created xsi:type="dcterms:W3CDTF">2023-05-05T17:05:42Z</dcterms:created>
  <dcterms:modified xsi:type="dcterms:W3CDTF">2026-09-21T16:59:22Z</dcterms:modified>
</cp:coreProperties>
</file>